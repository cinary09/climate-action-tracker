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277F8DA-15BF-0331-89A1-273D98218B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71F02402-4C28-4264-D685-7088C5C1BB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F64D928-B698-1293-8DF2-E34FA2000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2F4D-BA97-4D0F-AB33-2498971E1FCD}" type="datetimeFigureOut">
              <a:rPr lang="tr-TR" smtClean="0"/>
              <a:t>4.07.2026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7D2E722-0E34-D397-B134-9D05B8532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D050BEA-0ECB-3FB8-C073-D0935D610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3AB93-6419-4A03-85A6-9CA7FC97D01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00325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2338228-CA9E-FB30-F0E9-76F00F6E4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1EB7BC3-95BF-DF55-DED0-742A5A0D3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077CB1F-0F9E-371F-CD60-78FF7915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2F4D-BA97-4D0F-AB33-2498971E1FCD}" type="datetimeFigureOut">
              <a:rPr lang="tr-TR" smtClean="0"/>
              <a:t>4.07.2026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2C24F19-F8AB-D613-C9F9-2CB53D679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8C8F888-5723-81BA-B7A7-DFD5B1631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3AB93-6419-4A03-85A6-9CA7FC97D01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13485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CE9365E-F728-6C45-E0C0-88984FF52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4B367719-9F4A-03F3-D82A-12985FD94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8E0F4F8-DFDC-B9AB-1EE5-CBC059CDA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2F4D-BA97-4D0F-AB33-2498971E1FCD}" type="datetimeFigureOut">
              <a:rPr lang="tr-TR" smtClean="0"/>
              <a:t>4.07.2026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0001FB4-36B1-A069-5E3D-00D305F8E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48684C6-A8B6-EB44-5DE1-4F9450590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3AB93-6419-4A03-85A6-9CA7FC97D01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98469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44239AF-EF30-CAE3-EB7C-E6F1A25D1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DA84E6C-1119-AA3E-31E6-CF565D87F8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AE656B70-94B6-12EF-AEDF-51336DBF30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C5D9252C-5C5C-0DBF-E1FA-1BDD6C290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2F4D-BA97-4D0F-AB33-2498971E1FCD}" type="datetimeFigureOut">
              <a:rPr lang="tr-TR" smtClean="0"/>
              <a:t>4.07.2026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4AFDD0C0-E813-D122-D35E-E35E052CD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47C01BB-58FC-48B2-2439-73C64D8C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3AB93-6419-4A03-85A6-9CA7FC97D01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38420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CA010BD-8ABE-A912-AF1E-4E33BAE15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28F0E0B4-8320-8CD9-75B6-1FF730E3FC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26388758-E47B-4BEB-48D3-B3409CA1EE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C4101EFD-63BB-5879-DD28-A85580027B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8E6E1DE6-4D3D-5908-20EE-C0E1A8B1B3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C76417C0-22B7-67D4-2B78-E725EB015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2F4D-BA97-4D0F-AB33-2498971E1FCD}" type="datetimeFigureOut">
              <a:rPr lang="tr-TR" smtClean="0"/>
              <a:t>4.07.2026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D6DF4793-F553-4EB9-9030-CC973C7EF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83CE6BC6-33D0-B44C-5D47-702D5DB2B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3AB93-6419-4A03-85A6-9CA7FC97D01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08222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6B95E75-93E8-4E31-3DB0-952C532C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79103B62-F32C-B464-1517-7A16CCE10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2F4D-BA97-4D0F-AB33-2498971E1FCD}" type="datetimeFigureOut">
              <a:rPr lang="tr-TR" smtClean="0"/>
              <a:t>4.07.2026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CAB71D0E-89F4-F258-2654-AD6182C12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8CA1563D-A86B-CE8D-1B7A-9E0306216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3AB93-6419-4A03-85A6-9CA7FC97D01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39419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C1DD890B-3B71-EE0A-6BC2-1E8CFE10D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2F4D-BA97-4D0F-AB33-2498971E1FCD}" type="datetimeFigureOut">
              <a:rPr lang="tr-TR" smtClean="0"/>
              <a:t>4.07.2026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1F2354FA-05E2-1C75-79C1-2804F1775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54E5C03F-84BC-8376-95C5-2948C14F6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3AB93-6419-4A03-85A6-9CA7FC97D01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77301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C08D8FC-8128-699C-3C9B-39D00F633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99E9315-DA78-26C8-B653-8E3366BB5F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8DB66A7B-9984-C253-8D80-92F47617C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A2C4DD0C-87D5-8F53-336A-C144214DC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2F4D-BA97-4D0F-AB33-2498971E1FCD}" type="datetimeFigureOut">
              <a:rPr lang="tr-TR" smtClean="0"/>
              <a:t>4.07.2026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7694341F-ECEA-96B9-2777-F167ED1C9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C4643D03-24F2-9174-AA85-D376EE0CF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3AB93-6419-4A03-85A6-9CA7FC97D01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41395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86EB73B-F788-187B-5518-14E22F146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D2673161-9CBE-1FCB-5A2F-0C1FAE9CEB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3710D374-5A0F-9014-F209-0885AB4E5E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FA70BDD5-0FA2-2AF3-F7AC-FD9BA7D1F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2F4D-BA97-4D0F-AB33-2498971E1FCD}" type="datetimeFigureOut">
              <a:rPr lang="tr-TR" smtClean="0"/>
              <a:t>4.07.2026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77761ED7-E088-EF6E-6F85-791F998FD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A5735F95-0749-4A23-280E-C45B52E7B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3AB93-6419-4A03-85A6-9CA7FC97D01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91109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FE5CB47-758D-A36B-A2BF-55DFA10D2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4948919F-7F36-E478-3040-818D2F48C3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1794020-2703-567A-877D-632378795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2F4D-BA97-4D0F-AB33-2498971E1FCD}" type="datetimeFigureOut">
              <a:rPr lang="tr-TR" smtClean="0"/>
              <a:t>4.07.2026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50BAA8A-0586-3796-E309-66EDDC601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C971F95-4480-DABA-5A5E-3F80B2591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3AB93-6419-4A03-85A6-9CA7FC97D01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49873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4F6738B9-80D6-3610-E685-B0211AF2B0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ACFC2E01-882F-0891-CDAC-C4CF00EB31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74D2142-0C16-CAE0-5843-A15E71EDE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2F4D-BA97-4D0F-AB33-2498971E1FCD}" type="datetimeFigureOut">
              <a:rPr lang="tr-TR" smtClean="0"/>
              <a:t>4.07.2026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AC2993A-6940-A7F5-FDAD-08C76C6A3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45D3423-DB52-8F5C-7143-5EF7A7388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3AB93-6419-4A03-85A6-9CA7FC97D01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83780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6D53CE61-3E6B-6CA8-B117-6D14E58FA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72FB133-6009-F4D8-C45C-F42946D00B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907B8AD-FF03-975D-ED55-9C54857716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C02F4D-BA97-4D0F-AB33-2498971E1FCD}" type="datetimeFigureOut">
              <a:rPr lang="tr-TR" smtClean="0"/>
              <a:t>4.07.2026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9B67A82-BFAD-6735-417C-38EB59FDBE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1B69F2A-FAC9-209C-CDB0-1F2BA68CFF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63AB93-6419-4A03-85A6-9CA7FC97D01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64166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3A87DE3-6974-7C8E-3AF0-E7E444D747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E8B8EC06-4A3A-4046-AE56-17A162B18B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89FA9E3C-D539-D5FC-5A05-267E5CF67B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16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794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945BA70-06CD-EC99-9EA0-525278DAF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1392FB54-29DD-3879-690A-944284F11C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92001" cy="6858000"/>
          </a:xfrm>
        </p:spPr>
      </p:pic>
    </p:spTree>
    <p:extLst>
      <p:ext uri="{BB962C8B-B14F-4D97-AF65-F5344CB8AC3E}">
        <p14:creationId xmlns:p14="http://schemas.microsoft.com/office/powerpoint/2010/main" val="1410212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60FDD87-B3E7-CD7F-3A46-353E8CA28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4341897D-B8A9-8073-42CE-3DB4FFF0F3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0033"/>
          </a:xfrm>
        </p:spPr>
      </p:pic>
    </p:spTree>
    <p:extLst>
      <p:ext uri="{BB962C8B-B14F-4D97-AF65-F5344CB8AC3E}">
        <p14:creationId xmlns:p14="http://schemas.microsoft.com/office/powerpoint/2010/main" val="1757623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9AB1B2C-76BC-B7DD-489F-0167846CF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44422C9-8249-88C2-2621-C181AEF65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68808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968C17C-91DE-8FFF-958D-07360ABC3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E9E8A3A2-F4C5-5E4F-7BB9-D26FC2B8D0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0033"/>
          </a:xfrm>
        </p:spPr>
      </p:pic>
    </p:spTree>
    <p:extLst>
      <p:ext uri="{BB962C8B-B14F-4D97-AF65-F5344CB8AC3E}">
        <p14:creationId xmlns:p14="http://schemas.microsoft.com/office/powerpoint/2010/main" val="2715759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C64601D-B0E8-F2FC-FE8C-F253342BB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A7ACF76E-A337-7744-C884-457ED63B31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0033"/>
          </a:xfrm>
        </p:spPr>
      </p:pic>
    </p:spTree>
    <p:extLst>
      <p:ext uri="{BB962C8B-B14F-4D97-AF65-F5344CB8AC3E}">
        <p14:creationId xmlns:p14="http://schemas.microsoft.com/office/powerpoint/2010/main" val="258811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83826E5-9B26-72B9-8298-1AE991F0E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346A6F4E-8736-5A28-EE85-B242D72EFC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0033"/>
          </a:xfrm>
        </p:spPr>
      </p:pic>
    </p:spTree>
    <p:extLst>
      <p:ext uri="{BB962C8B-B14F-4D97-AF65-F5344CB8AC3E}">
        <p14:creationId xmlns:p14="http://schemas.microsoft.com/office/powerpoint/2010/main" val="1382001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9D3C11D-9AD3-2BDC-7C16-0FDAE5DA9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AFBB66F5-D1E2-6B36-53F6-256BDB713E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0033"/>
          </a:xfrm>
        </p:spPr>
      </p:pic>
    </p:spTree>
    <p:extLst>
      <p:ext uri="{BB962C8B-B14F-4D97-AF65-F5344CB8AC3E}">
        <p14:creationId xmlns:p14="http://schemas.microsoft.com/office/powerpoint/2010/main" val="3728098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E110B43-3DB6-CE14-3B3B-07AD262AF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9B2336C1-EC2E-9228-1EE4-1361E9EFCA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0033"/>
          </a:xfrm>
        </p:spPr>
      </p:pic>
    </p:spTree>
    <p:extLst>
      <p:ext uri="{BB962C8B-B14F-4D97-AF65-F5344CB8AC3E}">
        <p14:creationId xmlns:p14="http://schemas.microsoft.com/office/powerpoint/2010/main" val="2233272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306E512-8704-FE21-6991-21275617B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15874FAD-AF5D-6D0A-D8D1-F9A6DD6A79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388" cy="6858000"/>
          </a:xfrm>
        </p:spPr>
      </p:pic>
    </p:spTree>
    <p:extLst>
      <p:ext uri="{BB962C8B-B14F-4D97-AF65-F5344CB8AC3E}">
        <p14:creationId xmlns:p14="http://schemas.microsoft.com/office/powerpoint/2010/main" val="3720914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376B525-4C64-8DBE-6BFF-A335ABB7D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A3D7E2D9-672E-5642-FDA4-CD1DFB2A23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388" cy="6858000"/>
          </a:xfrm>
        </p:spPr>
      </p:pic>
    </p:spTree>
    <p:extLst>
      <p:ext uri="{BB962C8B-B14F-4D97-AF65-F5344CB8AC3E}">
        <p14:creationId xmlns:p14="http://schemas.microsoft.com/office/powerpoint/2010/main" val="3252492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Geniş ekran</PresentationFormat>
  <Paragraphs>0</Paragraphs>
  <Slides>11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Çınar Yaylalı</dc:creator>
  <cp:lastModifiedBy>Çınar Yaylalı</cp:lastModifiedBy>
  <cp:revision>1</cp:revision>
  <dcterms:created xsi:type="dcterms:W3CDTF">2026-07-04T12:40:45Z</dcterms:created>
  <dcterms:modified xsi:type="dcterms:W3CDTF">2026-07-04T12:41:11Z</dcterms:modified>
</cp:coreProperties>
</file>