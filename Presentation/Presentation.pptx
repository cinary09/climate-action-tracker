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77F8DA-15BF-0331-89A1-273D98218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1F02402-4C28-4264-D685-7088C5C1B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F64D928-B698-1293-8DF2-E34FA200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7D2E722-0E34-D397-B134-9D05B8532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D050BEA-0ECB-3FB8-C073-D0935D610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0325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2338228-CA9E-FB30-F0E9-76F00F6E4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EB7BC3-95BF-DF55-DED0-742A5A0D3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077CB1F-0F9E-371F-CD60-78FF7915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2C24F19-F8AB-D613-C9F9-2CB53D679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8C8F888-5723-81BA-B7A7-DFD5B163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3485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E9365E-F728-6C45-E0C0-88984FF5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B367719-9F4A-03F3-D82A-12985FD94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8E0F4F8-DFDC-B9AB-1EE5-CBC059CDA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0001FB4-36B1-A069-5E3D-00D305F8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48684C6-A8B6-EB44-5DE1-4F945059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846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44239AF-EF30-CAE3-EB7C-E6F1A25D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A84E6C-1119-AA3E-31E6-CF565D87F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E656B70-94B6-12EF-AEDF-51336DBF3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5D9252C-5C5C-0DBF-E1FA-1BDD6C29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AFDD0C0-E813-D122-D35E-E35E052C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47C01BB-58FC-48B2-2439-73C64D8C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842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A010BD-8ABE-A912-AF1E-4E33BAE15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8F0E0B4-8320-8CD9-75B6-1FF730E3F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6388758-E47B-4BEB-48D3-B3409CA1E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C4101EFD-63BB-5879-DD28-A85580027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E6E1DE6-4D3D-5908-20EE-C0E1A8B1B3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76417C0-22B7-67D4-2B78-E725EB01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D6DF4793-F553-4EB9-9030-CC973C7E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3CE6BC6-33D0-B44C-5D47-702D5DB2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822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B95E75-93E8-4E31-3DB0-952C532C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9103B62-F32C-B464-1517-7A16CCE1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AB71D0E-89F4-F258-2654-AD6182C12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CA1563D-A86B-CE8D-1B7A-9E030621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9419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1DD890B-3B71-EE0A-6BC2-1E8CFE10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F2354FA-05E2-1C75-79C1-2804F1775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4E5C03F-84BC-8376-95C5-2948C14F6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7301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08D8FC-8128-699C-3C9B-39D00F63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99E9315-DA78-26C8-B653-8E3366BB5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DB66A7B-9984-C253-8D80-92F47617C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2C4DD0C-87D5-8F53-336A-C144214DC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694341F-ECEA-96B9-2777-F167ED1C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4643D03-24F2-9174-AA85-D376EE0C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1395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6EB73B-F788-187B-5518-14E22F146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D2673161-9CBE-1FCB-5A2F-0C1FAE9CE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710D374-5A0F-9014-F209-0885AB4E5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A70BDD5-0FA2-2AF3-F7AC-FD9BA7D1F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7761ED7-E088-EF6E-6F85-791F998F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5735F95-0749-4A23-280E-C45B52E7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1109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E5CB47-758D-A36B-A2BF-55DFA10D2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948919F-7F36-E478-3040-818D2F48C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1794020-2703-567A-877D-63237879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0BAA8A-0586-3796-E309-66EDDC60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C971F95-4480-DABA-5A5E-3F80B259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987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F6738B9-80D6-3610-E685-B0211AF2B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CFC2E01-882F-0891-CDAC-C4CF00EB3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74D2142-0C16-CAE0-5843-A15E71ED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AC2993A-6940-A7F5-FDAD-08C76C6A3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45D3423-DB52-8F5C-7143-5EF7A7388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3780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6D53CE61-3E6B-6CA8-B117-6D14E58FA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72FB133-6009-F4D8-C45C-F42946D00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907B8AD-FF03-975D-ED55-9C5485771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9B67A82-BFAD-6735-417C-38EB59FDB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1B69F2A-FAC9-209C-CDB0-1F2BA68CF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416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3A87DE3-6974-7C8E-3AF0-E7E444D747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8B8EC06-4A3A-4046-AE56-17A162B18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9FA9E3C-D539-D5FC-5A05-267E5CF67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79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45BA70-06CD-EC99-9EA0-525278DAF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392FB54-29DD-3879-690A-944284F11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1410212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0FDD87-B3E7-CD7F-3A46-353E8CA28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341897D-B8A9-8073-42CE-3DB4FFF0F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1757623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AB1B2C-76BC-B7DD-489F-0167846CF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92E9B78-77FD-F167-9D26-760518D8D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8" cy="6858000"/>
          </a:xfrm>
        </p:spPr>
      </p:pic>
    </p:spTree>
    <p:extLst>
      <p:ext uri="{BB962C8B-B14F-4D97-AF65-F5344CB8AC3E}">
        <p14:creationId xmlns:p14="http://schemas.microsoft.com/office/powerpoint/2010/main" val="968808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68C17C-91DE-8FFF-958D-07360ABC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9E8A3A2-F4C5-5E4F-7BB9-D26FC2B8D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2715759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C64601D-B0E8-F2FC-FE8C-F253342BB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7ACF76E-A337-7744-C884-457ED63B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25881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3826E5-9B26-72B9-8298-1AE991F0E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46A6F4E-8736-5A28-EE85-B242D72EF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1382001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D3C11D-9AD3-2BDC-7C16-0FDAE5DA9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FBB66F5-D1E2-6B36-53F6-256BDB713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3728098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110B43-3DB6-CE14-3B3B-07AD262AF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9B2336C1-EC2E-9228-1EE4-1361E9EFC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2233272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06E512-8704-FE21-6991-21275617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5874FAD-AF5D-6D0A-D8D1-F9A6DD6A7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8" cy="6858000"/>
          </a:xfrm>
        </p:spPr>
      </p:pic>
    </p:spTree>
    <p:extLst>
      <p:ext uri="{BB962C8B-B14F-4D97-AF65-F5344CB8AC3E}">
        <p14:creationId xmlns:p14="http://schemas.microsoft.com/office/powerpoint/2010/main" val="372091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376B525-4C64-8DBE-6BFF-A335ABB7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7A5F8360-D4E2-D59E-836F-443A4D9A0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5875" y="3532877"/>
            <a:ext cx="369888" cy="208172"/>
          </a:xfr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6E0494B8-BECA-7734-0367-16C1E5031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92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Geniş ekran</PresentationFormat>
  <Paragraphs>0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Çınar Yaylalı</dc:creator>
  <cp:lastModifiedBy>Çınar Yaylalı</cp:lastModifiedBy>
  <cp:revision>4</cp:revision>
  <dcterms:created xsi:type="dcterms:W3CDTF">2026-07-04T12:40:45Z</dcterms:created>
  <dcterms:modified xsi:type="dcterms:W3CDTF">2026-07-04T17:56:47Z</dcterms:modified>
</cp:coreProperties>
</file>